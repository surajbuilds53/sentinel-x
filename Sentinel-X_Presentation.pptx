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1051560"/>
            <a:ext cx="85340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0F172A"/>
                </a:solidFill>
                <a:latin typeface="Georgia"/>
              </a:defRPr>
            </a:pPr>
            <a:r>
              <a:t>A Project Presentation</a:t>
            </a:r>
            <a:br/>
            <a:r>
              <a:t>on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500" b="1">
                <a:solidFill>
                  <a:srgbClr val="1E3A8A"/>
                </a:solidFill>
                <a:latin typeface="Georgia"/>
              </a:defRPr>
            </a:pPr>
            <a:r>
              <a:t>Sentinel-X: AI-Based Network Attack Forecasting</a:t>
            </a:r>
            <a:br/>
            <a:r>
              <a:t>from Network Traffic Data</a:t>
            </a:r>
          </a:p>
          <a:p>
            <a:pPr algn="ctr">
              <a:spcAft>
                <a:spcPts val="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Presentation by :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Shristi Jaiswal  —  Roll No. 2405250100153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Prakash Chaudhary  —  Roll No. 2405250100156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Upadhyay  —  Roll No. 2405250100158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Udai Kumar Srivastava  —  Roll No. 2405250100160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Under the guidance of :</a:t>
            </a:r>
          </a:p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Mr. Akash Gupta</a:t>
            </a:r>
            <a:br/>
            <a:r>
              <a:t>(Assistant Professor)</a:t>
            </a:r>
          </a:p>
          <a:p>
            <a:pPr algn="ctr">
              <a:spcBef>
                <a:spcPts val="1000"/>
              </a:spcBef>
              <a:defRPr sz="1350" b="1">
                <a:solidFill>
                  <a:srgbClr val="B91C1C"/>
                </a:solidFill>
                <a:latin typeface="Georgia"/>
              </a:defRPr>
            </a:pPr>
            <a:r>
              <a:t>Department of Computer Science and Engineering</a:t>
            </a:r>
            <a:br/>
            <a:r>
              <a:t>Buddha Institute of Technology, GIDA, Gorakhpur</a:t>
            </a:r>
            <a:br/>
            <a:r>
              <a:t>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Project Content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01. Introduction &amp; Shift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Reactive NIDS vs Predictive Forecasting (SIH26153)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02. Literature &amp; Objectives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Survey of existing NIDS &amp; research gaps addressed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03. System Pipeline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End-to-end telemetry workflow &amp;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04. 16 State Features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10s aggregation capturing attack kinetics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05. Sequence Windowing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Leak-free chronological 70/15/15 splitting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06. LSTM World Model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2-layer backbone with 3 multi-task heads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07. Autoregressive Rollout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Multi-step rollout (T+1..T+3) &amp; joint loss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08. MITRE ATT&amp;CK Lifecycle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5-stage conservative behavioral progression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09. Explainable AI (SHAP)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Signed risk drivers, inhibitors &amp; temporal saliency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10. Empirical Benchmarks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100% Recall, 75% FPR reduction &amp; degradation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11. SOC Command Dashboard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5 interactive views running locally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12. Relevance &amp; Conclusion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Critical defense, green AI &amp; future SDN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Problem Statement: Shift to Predictive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eactive_vs_predi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32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E3A8A"/>
                </a:solidFill>
              </a:defRPr>
            </a:pPr>
            <a:r>
              <a:t>SIH26153 Mandate: Transition from reactive detection (alerting post-breach) to predictive forecasting.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By predicting risk 10 to 30 seconds into the future, automated firewall policies can isolate malicious hosts before damage occurs.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End-to-End 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91640"/>
            <a:ext cx="10058400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51560" y="5715000"/>
            <a:ext cx="100584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Closed-Loop Data &amp; Neural Pipeline: Raw Flows → 10s Window Aggregator → 2-Layer LSTM → 3 Heads → Rollout →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16-Dimensional Network State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16_features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Why 10-Second Windows? Packet-by-packet sniffing overflows memory on gigabit links; statistical windowing captures attack kinetics.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Leak-Free Chronological Windowing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ronological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32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Guaranteed Zero Data Leakage: Standard train_test_split(shuffle=True) causes temporal leakage in time series.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Strict chronological split (Train 70% | Val 15% | Test 15%). Scaler is fitted strictly on the training 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Deep LSTM World 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_worl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691640"/>
            <a:ext cx="9235440" cy="410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63040" y="5623560"/>
            <a:ext cx="923544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World Model Paradigm: It doesn't just output a static class; it predicts how the environment itself evolves.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2-Layer LSTM (Hidden 128) concurrently drives: Risk Head (BCE), Stage Head (CE), and State Reconstructor (MSE).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Autoregressive Rollout &amp; Multi-Task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ollout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Auxiliary Task Regularization: Predicting continuous state (w_state=0.2) forces the LSTM to learn real network physics.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Conservative MITRE ATT&amp;CK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mitre_chevr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Academic Defensive Posture: We classify behavioral telemetry stages for SOC triage, NOT definitive forensic certainty.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5 Distinct Stages: Benign Baseline (0) → Recon (1) → Initial Access (2) → Lateral Movement (3) → Command &amp; Control (4).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Explainable AI (SHAP Threat Attribution)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shap_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Eliminating the Black Box: Explains exactly WHY future risk was predicted to escalate.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Red Bars = Risk Drivers (syn_ratio, packet_rate)  |  Green Bars = Risk Inhibitors (ack_ratio, duration_mean).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Empirical Results: Baseline vs. World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6583680" cy="35739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7830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5803D"/>
                </a:solidFill>
                <a:latin typeface="Georgia"/>
              </a:defRPr>
            </a:pPr>
            <a:r>
              <a:t>100.0% RECALL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Zero missed attacks at T+1</a:t>
            </a:r>
            <a:br/>
            <a:r>
              <a:t>(Baseline missed 2.2%)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546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  <a:latin typeface="Georgia"/>
              </a:defRPr>
            </a:pPr>
            <a:r>
              <a:t>75% LESS FALSE ALARMS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FPR reduced from 20% to 5%</a:t>
            </a:r>
            <a:br/>
            <a:r>
              <a:t>Directly solves alert fatigue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5262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  <a:latin typeface="Georgia"/>
              </a:defRPr>
            </a:pPr>
            <a:r>
              <a:t>0.9834 F1-SCORE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F1 tapers to 0.9721 at T+3</a:t>
            </a:r>
            <a:br/>
            <a:r>
              <a:t>(Expected horizon decay)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5806440"/>
            <a:ext cx="9692640" cy="68580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Key Takeaway: Predictive variance compounds naturally as horizon extends, proving genuine autoregressive rollout.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Interactive SOC Command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91640"/>
            <a:ext cx="9997135" cy="55941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97280" y="5760720"/>
            <a:ext cx="9997135" cy="73152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5 Operational Views: Executive Risk Gauge | Forecast Timeline (95% CI) | Threat Attribution | Benchmarks | System Status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Societal Impact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future_pill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Green AI Architecture: Single-sample inference latency &lt; 20 ms on standard laptop CPU with zero cloud costs.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Proactive shielding for critical infrastructure (power, banking, healthcare) against multi-phase ransomware &amp; breaches.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3977639"/>
            <a:ext cx="8899855" cy="246888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3A8A"/>
                </a:solidFill>
                <a:latin typeface="Georgia"/>
              </a:defRPr>
            </a:pPr>
            <a:r>
              <a:t>Questions &amp; Discussion</a:t>
            </a:r>
          </a:p>
          <a:p>
            <a:pPr algn="ctr">
              <a:spcBef>
                <a:spcPts val="6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Shristi Jaiswal  |  Suraj Prakash Chaudhary  |  Suraj Upadhyay  |  Udai Kumar Srivastava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B91C1C"/>
                </a:solidFill>
                <a:latin typeface="Arial"/>
              </a:defRPr>
            </a:pPr>
            <a:r>
              <a:t>Under the guidance of: Mr. Akash Gupta (Assistant Professor)</a:t>
            </a:r>
            <a:br/>
            <a:r>
              <a:t>Department of Computer Science and Engineering</a:t>
            </a:r>
            <a:br/>
            <a:r>
              <a:t>Buddha Institute of Technology, GIDA, Gorakhpur</a:t>
            </a:r>
          </a:p>
          <a:p>
            <a:pPr algn="ctr">
              <a:spcBef>
                <a:spcPts val="600"/>
              </a:spcBef>
              <a:defRPr sz="1150">
                <a:solidFill>
                  <a:srgbClr val="64748B"/>
                </a:solidFill>
                <a:latin typeface="Arial"/>
              </a:defRPr>
            </a:pPr>
            <a:r>
              <a:t>GitHub: github.com/surajbuilds53/sentinel-x   |   Live Hub: sentinel-x-lilac.vercel.app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